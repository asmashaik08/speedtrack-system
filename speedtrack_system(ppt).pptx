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96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59" r:id="rId6"/>
    <p:sldId id="260" r:id="rId7"/>
    <p:sldId id="268" r:id="rId8"/>
    <p:sldId id="262" r:id="rId9"/>
    <p:sldId id="263" r:id="rId10"/>
    <p:sldId id="269" r:id="rId11"/>
    <p:sldId id="270" r:id="rId12"/>
    <p:sldId id="271" r:id="rId13"/>
    <p:sldId id="272" r:id="rId14"/>
    <p:sldId id="273" r:id="rId15"/>
    <p:sldId id="274" r:id="rId16"/>
    <p:sldId id="266" r:id="rId17"/>
    <p:sldId id="275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1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MA S" userId="1de52794637bb8ea" providerId="LiveId" clId="{73A06DA8-B79A-4D66-B39B-842A8D4FE6C6}"/>
    <pc:docChg chg="custSel addSld delSld modSld delMainMaster">
      <pc:chgData name="ASMA S" userId="1de52794637bb8ea" providerId="LiveId" clId="{73A06DA8-B79A-4D66-B39B-842A8D4FE6C6}" dt="2025-06-23T14:25:17.171" v="1048" actId="20577"/>
      <pc:docMkLst>
        <pc:docMk/>
      </pc:docMkLst>
      <pc:sldChg chg="modSp mod">
        <pc:chgData name="ASMA S" userId="1de52794637bb8ea" providerId="LiveId" clId="{73A06DA8-B79A-4D66-B39B-842A8D4FE6C6}" dt="2025-06-23T13:21:10.821" v="37" actId="20577"/>
        <pc:sldMkLst>
          <pc:docMk/>
          <pc:sldMk cId="0" sldId="256"/>
        </pc:sldMkLst>
        <pc:spChg chg="mod">
          <ac:chgData name="ASMA S" userId="1de52794637bb8ea" providerId="LiveId" clId="{73A06DA8-B79A-4D66-B39B-842A8D4FE6C6}" dt="2025-06-23T13:21:10.821" v="37" actId="20577"/>
          <ac:spMkLst>
            <pc:docMk/>
            <pc:sldMk cId="0" sldId="256"/>
            <ac:spMk id="79" creationId="{00000000-0000-0000-0000-000000000000}"/>
          </ac:spMkLst>
        </pc:spChg>
        <pc:spChg chg="mod">
          <ac:chgData name="ASMA S" userId="1de52794637bb8ea" providerId="LiveId" clId="{73A06DA8-B79A-4D66-B39B-842A8D4FE6C6}" dt="2025-06-23T13:19:40.258" v="23" actId="20577"/>
          <ac:spMkLst>
            <pc:docMk/>
            <pc:sldMk cId="0" sldId="256"/>
            <ac:spMk id="80" creationId="{00000000-0000-0000-0000-000000000000}"/>
          </ac:spMkLst>
        </pc:spChg>
      </pc:sldChg>
      <pc:sldChg chg="modSp mod">
        <pc:chgData name="ASMA S" userId="1de52794637bb8ea" providerId="LiveId" clId="{73A06DA8-B79A-4D66-B39B-842A8D4FE6C6}" dt="2025-06-23T13:24:42.914" v="72" actId="2711"/>
        <pc:sldMkLst>
          <pc:docMk/>
          <pc:sldMk cId="0" sldId="257"/>
        </pc:sldMkLst>
        <pc:spChg chg="mod">
          <ac:chgData name="ASMA S" userId="1de52794637bb8ea" providerId="LiveId" clId="{73A06DA8-B79A-4D66-B39B-842A8D4FE6C6}" dt="2025-06-23T13:21:43.795" v="43" actId="14100"/>
          <ac:spMkLst>
            <pc:docMk/>
            <pc:sldMk cId="0" sldId="257"/>
            <ac:spMk id="82" creationId="{00000000-0000-0000-0000-000000000000}"/>
          </ac:spMkLst>
        </pc:spChg>
        <pc:spChg chg="mod">
          <ac:chgData name="ASMA S" userId="1de52794637bb8ea" providerId="LiveId" clId="{73A06DA8-B79A-4D66-B39B-842A8D4FE6C6}" dt="2025-06-23T13:24:42.914" v="72" actId="2711"/>
          <ac:spMkLst>
            <pc:docMk/>
            <pc:sldMk cId="0" sldId="257"/>
            <ac:spMk id="83" creationId="{00000000-0000-0000-0000-000000000000}"/>
          </ac:spMkLst>
        </pc:spChg>
      </pc:sldChg>
      <pc:sldChg chg="modSp mod">
        <pc:chgData name="ASMA S" userId="1de52794637bb8ea" providerId="LiveId" clId="{73A06DA8-B79A-4D66-B39B-842A8D4FE6C6}" dt="2025-06-23T13:34:25.955" v="387" actId="14100"/>
        <pc:sldMkLst>
          <pc:docMk/>
          <pc:sldMk cId="0" sldId="258"/>
        </pc:sldMkLst>
        <pc:spChg chg="mod">
          <ac:chgData name="ASMA S" userId="1de52794637bb8ea" providerId="LiveId" clId="{73A06DA8-B79A-4D66-B39B-842A8D4FE6C6}" dt="2025-06-23T13:33:46.507" v="380" actId="14100"/>
          <ac:spMkLst>
            <pc:docMk/>
            <pc:sldMk cId="0" sldId="258"/>
            <ac:spMk id="84" creationId="{00000000-0000-0000-0000-000000000000}"/>
          </ac:spMkLst>
        </pc:spChg>
        <pc:spChg chg="mod">
          <ac:chgData name="ASMA S" userId="1de52794637bb8ea" providerId="LiveId" clId="{73A06DA8-B79A-4D66-B39B-842A8D4FE6C6}" dt="2025-06-23T13:27:17.976" v="89" actId="14100"/>
          <ac:spMkLst>
            <pc:docMk/>
            <pc:sldMk cId="0" sldId="258"/>
            <ac:spMk id="85" creationId="{00000000-0000-0000-0000-000000000000}"/>
          </ac:spMkLst>
        </pc:spChg>
        <pc:picChg chg="mod">
          <ac:chgData name="ASMA S" userId="1de52794637bb8ea" providerId="LiveId" clId="{73A06DA8-B79A-4D66-B39B-842A8D4FE6C6}" dt="2025-06-23T13:34:25.955" v="387" actId="14100"/>
          <ac:picMkLst>
            <pc:docMk/>
            <pc:sldMk cId="0" sldId="258"/>
            <ac:picMk id="87" creationId="{00000000-0000-0000-0000-000000000000}"/>
          </ac:picMkLst>
        </pc:picChg>
      </pc:sldChg>
      <pc:sldChg chg="addSp delSp modSp mod">
        <pc:chgData name="ASMA S" userId="1de52794637bb8ea" providerId="LiveId" clId="{73A06DA8-B79A-4D66-B39B-842A8D4FE6C6}" dt="2025-06-23T13:41:09.716" v="456" actId="20577"/>
        <pc:sldMkLst>
          <pc:docMk/>
          <pc:sldMk cId="0" sldId="259"/>
        </pc:sldMkLst>
        <pc:spChg chg="add mod">
          <ac:chgData name="ASMA S" userId="1de52794637bb8ea" providerId="LiveId" clId="{73A06DA8-B79A-4D66-B39B-842A8D4FE6C6}" dt="2025-06-23T13:41:09.716" v="456" actId="20577"/>
          <ac:spMkLst>
            <pc:docMk/>
            <pc:sldMk cId="0" sldId="259"/>
            <ac:spMk id="3" creationId="{A55F7D74-7EEF-B1AB-7F18-F0A7F2417DA2}"/>
          </ac:spMkLst>
        </pc:spChg>
        <pc:spChg chg="mod">
          <ac:chgData name="ASMA S" userId="1de52794637bb8ea" providerId="LiveId" clId="{73A06DA8-B79A-4D66-B39B-842A8D4FE6C6}" dt="2025-06-23T13:38:36.346" v="426" actId="404"/>
          <ac:spMkLst>
            <pc:docMk/>
            <pc:sldMk cId="0" sldId="259"/>
            <ac:spMk id="88" creationId="{00000000-0000-0000-0000-000000000000}"/>
          </ac:spMkLst>
        </pc:spChg>
        <pc:picChg chg="mod">
          <ac:chgData name="ASMA S" userId="1de52794637bb8ea" providerId="LiveId" clId="{73A06DA8-B79A-4D66-B39B-842A8D4FE6C6}" dt="2025-06-23T13:38:48.583" v="428" actId="14100"/>
          <ac:picMkLst>
            <pc:docMk/>
            <pc:sldMk cId="0" sldId="259"/>
            <ac:picMk id="6" creationId="{99E91B6D-6FD1-41F3-05B7-169B1A5E811C}"/>
          </ac:picMkLst>
        </pc:picChg>
      </pc:sldChg>
      <pc:sldChg chg="modSp mod">
        <pc:chgData name="ASMA S" userId="1de52794637bb8ea" providerId="LiveId" clId="{73A06DA8-B79A-4D66-B39B-842A8D4FE6C6}" dt="2025-06-23T13:44:50.625" v="519" actId="14100"/>
        <pc:sldMkLst>
          <pc:docMk/>
          <pc:sldMk cId="0" sldId="260"/>
        </pc:sldMkLst>
        <pc:spChg chg="mod">
          <ac:chgData name="ASMA S" userId="1de52794637bb8ea" providerId="LiveId" clId="{73A06DA8-B79A-4D66-B39B-842A8D4FE6C6}" dt="2025-06-23T13:42:16.669" v="476" actId="403"/>
          <ac:spMkLst>
            <pc:docMk/>
            <pc:sldMk cId="0" sldId="260"/>
            <ac:spMk id="91" creationId="{00000000-0000-0000-0000-000000000000}"/>
          </ac:spMkLst>
        </pc:spChg>
        <pc:spChg chg="mod">
          <ac:chgData name="ASMA S" userId="1de52794637bb8ea" providerId="LiveId" clId="{73A06DA8-B79A-4D66-B39B-842A8D4FE6C6}" dt="2025-06-23T13:44:50.625" v="519" actId="14100"/>
          <ac:spMkLst>
            <pc:docMk/>
            <pc:sldMk cId="0" sldId="260"/>
            <ac:spMk id="92" creationId="{00000000-0000-0000-0000-000000000000}"/>
          </ac:spMkLst>
        </pc:spChg>
        <pc:picChg chg="mod">
          <ac:chgData name="ASMA S" userId="1de52794637bb8ea" providerId="LiveId" clId="{73A06DA8-B79A-4D66-B39B-842A8D4FE6C6}" dt="2025-06-23T13:43:28.657" v="489" actId="14100"/>
          <ac:picMkLst>
            <pc:docMk/>
            <pc:sldMk cId="0" sldId="260"/>
            <ac:picMk id="90" creationId="{00000000-0000-0000-0000-000000000000}"/>
          </ac:picMkLst>
        </pc:picChg>
      </pc:sldChg>
      <pc:sldChg chg="modSp mod">
        <pc:chgData name="ASMA S" userId="1de52794637bb8ea" providerId="LiveId" clId="{73A06DA8-B79A-4D66-B39B-842A8D4FE6C6}" dt="2025-06-23T14:25:17.171" v="1048" actId="20577"/>
        <pc:sldMkLst>
          <pc:docMk/>
          <pc:sldMk cId="0" sldId="261"/>
        </pc:sldMkLst>
        <pc:spChg chg="mod">
          <ac:chgData name="ASMA S" userId="1de52794637bb8ea" providerId="LiveId" clId="{73A06DA8-B79A-4D66-B39B-842A8D4FE6C6}" dt="2025-06-23T14:25:17.171" v="1048" actId="20577"/>
          <ac:spMkLst>
            <pc:docMk/>
            <pc:sldMk cId="0" sldId="261"/>
            <ac:spMk id="93" creationId="{00000000-0000-0000-0000-000000000000}"/>
          </ac:spMkLst>
        </pc:spChg>
        <pc:spChg chg="mod">
          <ac:chgData name="ASMA S" userId="1de52794637bb8ea" providerId="LiveId" clId="{73A06DA8-B79A-4D66-B39B-842A8D4FE6C6}" dt="2025-06-23T13:37:55.143" v="407" actId="14100"/>
          <ac:spMkLst>
            <pc:docMk/>
            <pc:sldMk cId="0" sldId="261"/>
            <ac:spMk id="94" creationId="{00000000-0000-0000-0000-000000000000}"/>
          </ac:spMkLst>
        </pc:spChg>
        <pc:picChg chg="mod">
          <ac:chgData name="ASMA S" userId="1de52794637bb8ea" providerId="LiveId" clId="{73A06DA8-B79A-4D66-B39B-842A8D4FE6C6}" dt="2025-06-23T13:38:03.483" v="409" actId="14100"/>
          <ac:picMkLst>
            <pc:docMk/>
            <pc:sldMk cId="0" sldId="261"/>
            <ac:picMk id="9" creationId="{A5BCFC69-1912-0D08-18B3-F0C5541AE680}"/>
          </ac:picMkLst>
        </pc:picChg>
      </pc:sldChg>
      <pc:sldChg chg="modSp mod">
        <pc:chgData name="ASMA S" userId="1de52794637bb8ea" providerId="LiveId" clId="{73A06DA8-B79A-4D66-B39B-842A8D4FE6C6}" dt="2025-06-23T13:49:11.661" v="562" actId="14100"/>
        <pc:sldMkLst>
          <pc:docMk/>
          <pc:sldMk cId="0" sldId="262"/>
        </pc:sldMkLst>
        <pc:spChg chg="mod">
          <ac:chgData name="ASMA S" userId="1de52794637bb8ea" providerId="LiveId" clId="{73A06DA8-B79A-4D66-B39B-842A8D4FE6C6}" dt="2025-06-23T13:49:11.661" v="562" actId="14100"/>
          <ac:spMkLst>
            <pc:docMk/>
            <pc:sldMk cId="0" sldId="262"/>
            <ac:spMk id="18" creationId="{B77EBCB6-0C58-6E26-2739-460DA2558B2F}"/>
          </ac:spMkLst>
        </pc:spChg>
      </pc:sldChg>
      <pc:sldChg chg="modSp mod">
        <pc:chgData name="ASMA S" userId="1de52794637bb8ea" providerId="LiveId" clId="{73A06DA8-B79A-4D66-B39B-842A8D4FE6C6}" dt="2025-06-23T13:50:57.108" v="581" actId="20577"/>
        <pc:sldMkLst>
          <pc:docMk/>
          <pc:sldMk cId="0" sldId="263"/>
        </pc:sldMkLst>
        <pc:spChg chg="mod">
          <ac:chgData name="ASMA S" userId="1de52794637bb8ea" providerId="LiveId" clId="{73A06DA8-B79A-4D66-B39B-842A8D4FE6C6}" dt="2025-06-23T13:50:10.318" v="572" actId="2711"/>
          <ac:spMkLst>
            <pc:docMk/>
            <pc:sldMk cId="0" sldId="263"/>
            <ac:spMk id="3" creationId="{CF3F5783-D4B2-C4AA-3BDC-CAE5DF30DAD9}"/>
          </ac:spMkLst>
        </pc:spChg>
        <pc:spChg chg="mod">
          <ac:chgData name="ASMA S" userId="1de52794637bb8ea" providerId="LiveId" clId="{73A06DA8-B79A-4D66-B39B-842A8D4FE6C6}" dt="2025-06-23T13:50:57.108" v="581" actId="20577"/>
          <ac:spMkLst>
            <pc:docMk/>
            <pc:sldMk cId="0" sldId="263"/>
            <ac:spMk id="11" creationId="{48862160-9BE1-BA66-628D-1A05F13A5A8E}"/>
          </ac:spMkLst>
        </pc:spChg>
        <pc:spChg chg="mod">
          <ac:chgData name="ASMA S" userId="1de52794637bb8ea" providerId="LiveId" clId="{73A06DA8-B79A-4D66-B39B-842A8D4FE6C6}" dt="2025-06-23T13:50:34.823" v="576" actId="14100"/>
          <ac:spMkLst>
            <pc:docMk/>
            <pc:sldMk cId="0" sldId="263"/>
            <ac:spMk id="100" creationId="{00000000-0000-0000-0000-000000000000}"/>
          </ac:spMkLst>
        </pc:spChg>
      </pc:sldChg>
      <pc:sldChg chg="addSp delSp modSp mod">
        <pc:chgData name="ASMA S" userId="1de52794637bb8ea" providerId="LiveId" clId="{73A06DA8-B79A-4D66-B39B-842A8D4FE6C6}" dt="2025-06-23T14:18:33.029" v="960" actId="20577"/>
        <pc:sldMkLst>
          <pc:docMk/>
          <pc:sldMk cId="0" sldId="266"/>
        </pc:sldMkLst>
        <pc:spChg chg="mod">
          <ac:chgData name="ASMA S" userId="1de52794637bb8ea" providerId="LiveId" clId="{73A06DA8-B79A-4D66-B39B-842A8D4FE6C6}" dt="2025-06-23T14:14:37.036" v="938" actId="14100"/>
          <ac:spMkLst>
            <pc:docMk/>
            <pc:sldMk cId="0" sldId="266"/>
            <ac:spMk id="2" creationId="{4990C98D-1C94-BB76-D24E-1FFB8DBCD1D0}"/>
          </ac:spMkLst>
        </pc:spChg>
        <pc:spChg chg="add mod">
          <ac:chgData name="ASMA S" userId="1de52794637bb8ea" providerId="LiveId" clId="{73A06DA8-B79A-4D66-B39B-842A8D4FE6C6}" dt="2025-06-23T14:18:33.029" v="960" actId="20577"/>
          <ac:spMkLst>
            <pc:docMk/>
            <pc:sldMk cId="0" sldId="266"/>
            <ac:spMk id="3" creationId="{F7414B28-B9F3-FF38-CE3E-D1A429B4CC40}"/>
          </ac:spMkLst>
        </pc:spChg>
      </pc:sldChg>
      <pc:sldChg chg="del">
        <pc:chgData name="ASMA S" userId="1de52794637bb8ea" providerId="LiveId" clId="{73A06DA8-B79A-4D66-B39B-842A8D4FE6C6}" dt="2025-06-23T14:18:57.063" v="961" actId="2696"/>
        <pc:sldMkLst>
          <pc:docMk/>
          <pc:sldMk cId="0" sldId="267"/>
        </pc:sldMkLst>
      </pc:sldChg>
      <pc:sldChg chg="modSp mod">
        <pc:chgData name="ASMA S" userId="1de52794637bb8ea" providerId="LiveId" clId="{73A06DA8-B79A-4D66-B39B-842A8D4FE6C6}" dt="2025-06-23T13:49:46.435" v="569" actId="14100"/>
        <pc:sldMkLst>
          <pc:docMk/>
          <pc:sldMk cId="3323158370" sldId="268"/>
        </pc:sldMkLst>
        <pc:spChg chg="mod">
          <ac:chgData name="ASMA S" userId="1de52794637bb8ea" providerId="LiveId" clId="{73A06DA8-B79A-4D66-B39B-842A8D4FE6C6}" dt="2025-06-23T13:49:46.435" v="569" actId="14100"/>
          <ac:spMkLst>
            <pc:docMk/>
            <pc:sldMk cId="3323158370" sldId="268"/>
            <ac:spMk id="2" creationId="{69B331F4-11D5-068A-5153-87200B62FAA7}"/>
          </ac:spMkLst>
        </pc:spChg>
        <pc:spChg chg="mod">
          <ac:chgData name="ASMA S" userId="1de52794637bb8ea" providerId="LiveId" clId="{73A06DA8-B79A-4D66-B39B-842A8D4FE6C6}" dt="2025-06-23T13:48:30.093" v="555" actId="20577"/>
          <ac:spMkLst>
            <pc:docMk/>
            <pc:sldMk cId="3323158370" sldId="268"/>
            <ac:spMk id="11" creationId="{3E6CB49A-652F-4CFF-FCF8-9DBC3C5551BF}"/>
          </ac:spMkLst>
        </pc:spChg>
        <pc:spChg chg="mod">
          <ac:chgData name="ASMA S" userId="1de52794637bb8ea" providerId="LiveId" clId="{73A06DA8-B79A-4D66-B39B-842A8D4FE6C6}" dt="2025-06-23T13:48:26.648" v="553" actId="20577"/>
          <ac:spMkLst>
            <pc:docMk/>
            <pc:sldMk cId="3323158370" sldId="268"/>
            <ac:spMk id="16" creationId="{EFABAEA6-532A-1B84-CD5E-0C3D26894A81}"/>
          </ac:spMkLst>
        </pc:spChg>
        <pc:spChg chg="mod">
          <ac:chgData name="ASMA S" userId="1de52794637bb8ea" providerId="LiveId" clId="{73A06DA8-B79A-4D66-B39B-842A8D4FE6C6}" dt="2025-06-23T13:46:12.455" v="525" actId="14100"/>
          <ac:spMkLst>
            <pc:docMk/>
            <pc:sldMk cId="3323158370" sldId="268"/>
            <ac:spMk id="24" creationId="{FF2DDAC1-847B-7838-BFA1-767842EBF539}"/>
          </ac:spMkLst>
        </pc:spChg>
        <pc:spChg chg="mod">
          <ac:chgData name="ASMA S" userId="1de52794637bb8ea" providerId="LiveId" clId="{73A06DA8-B79A-4D66-B39B-842A8D4FE6C6}" dt="2025-06-23T13:47:43.011" v="546" actId="20577"/>
          <ac:spMkLst>
            <pc:docMk/>
            <pc:sldMk cId="3323158370" sldId="268"/>
            <ac:spMk id="37" creationId="{2F152B2C-7C27-9490-3DAF-573A3E0060AF}"/>
          </ac:spMkLst>
        </pc:spChg>
        <pc:spChg chg="mod">
          <ac:chgData name="ASMA S" userId="1de52794637bb8ea" providerId="LiveId" clId="{73A06DA8-B79A-4D66-B39B-842A8D4FE6C6}" dt="2025-06-23T13:48:17.179" v="551" actId="14100"/>
          <ac:spMkLst>
            <pc:docMk/>
            <pc:sldMk cId="3323158370" sldId="268"/>
            <ac:spMk id="46" creationId="{E708E8B0-7616-3042-0E8C-FFB17278A705}"/>
          </ac:spMkLst>
        </pc:spChg>
        <pc:cxnChg chg="mod">
          <ac:chgData name="ASMA S" userId="1de52794637bb8ea" providerId="LiveId" clId="{73A06DA8-B79A-4D66-B39B-842A8D4FE6C6}" dt="2025-06-23T13:45:49.043" v="522" actId="14100"/>
          <ac:cxnSpMkLst>
            <pc:docMk/>
            <pc:sldMk cId="3323158370" sldId="268"/>
            <ac:cxnSpMk id="18" creationId="{261B7008-0A04-8313-2A6B-BB58DE61FE8F}"/>
          </ac:cxnSpMkLst>
        </pc:cxnChg>
        <pc:cxnChg chg="mod">
          <ac:chgData name="ASMA S" userId="1de52794637bb8ea" providerId="LiveId" clId="{73A06DA8-B79A-4D66-B39B-842A8D4FE6C6}" dt="2025-06-23T13:46:00.652" v="523" actId="14100"/>
          <ac:cxnSpMkLst>
            <pc:docMk/>
            <pc:sldMk cId="3323158370" sldId="268"/>
            <ac:cxnSpMk id="35" creationId="{1EA74EE3-E856-7556-6441-DD378D37ACBC}"/>
          </ac:cxnSpMkLst>
        </pc:cxnChg>
        <pc:cxnChg chg="mod">
          <ac:chgData name="ASMA S" userId="1de52794637bb8ea" providerId="LiveId" clId="{73A06DA8-B79A-4D66-B39B-842A8D4FE6C6}" dt="2025-06-23T13:47:54.187" v="547" actId="14100"/>
          <ac:cxnSpMkLst>
            <pc:docMk/>
            <pc:sldMk cId="3323158370" sldId="268"/>
            <ac:cxnSpMk id="41" creationId="{CEE34725-B375-4CA4-FBAC-79E411C9A1A6}"/>
          </ac:cxnSpMkLst>
        </pc:cxnChg>
        <pc:cxnChg chg="mod">
          <ac:chgData name="ASMA S" userId="1de52794637bb8ea" providerId="LiveId" clId="{73A06DA8-B79A-4D66-B39B-842A8D4FE6C6}" dt="2025-06-23T13:47:32.599" v="542" actId="14100"/>
          <ac:cxnSpMkLst>
            <pc:docMk/>
            <pc:sldMk cId="3323158370" sldId="268"/>
            <ac:cxnSpMk id="44" creationId="{A56C6580-91D2-3AAF-DCD3-90A4CEAE9DBE}"/>
          </ac:cxnSpMkLst>
        </pc:cxnChg>
        <pc:cxnChg chg="mod">
          <ac:chgData name="ASMA S" userId="1de52794637bb8ea" providerId="LiveId" clId="{73A06DA8-B79A-4D66-B39B-842A8D4FE6C6}" dt="2025-06-23T13:48:04.241" v="548" actId="208"/>
          <ac:cxnSpMkLst>
            <pc:docMk/>
            <pc:sldMk cId="3323158370" sldId="268"/>
            <ac:cxnSpMk id="62" creationId="{015901A4-E596-DE5E-5927-192B8647D422}"/>
          </ac:cxnSpMkLst>
        </pc:cxnChg>
      </pc:sldChg>
      <pc:sldChg chg="modSp mod">
        <pc:chgData name="ASMA S" userId="1de52794637bb8ea" providerId="LiveId" clId="{73A06DA8-B79A-4D66-B39B-842A8D4FE6C6}" dt="2025-06-23T13:52:45.067" v="776" actId="255"/>
        <pc:sldMkLst>
          <pc:docMk/>
          <pc:sldMk cId="1373157998" sldId="269"/>
        </pc:sldMkLst>
        <pc:spChg chg="mod">
          <ac:chgData name="ASMA S" userId="1de52794637bb8ea" providerId="LiveId" clId="{73A06DA8-B79A-4D66-B39B-842A8D4FE6C6}" dt="2025-06-23T13:52:45.067" v="776" actId="255"/>
          <ac:spMkLst>
            <pc:docMk/>
            <pc:sldMk cId="1373157998" sldId="269"/>
            <ac:spMk id="2" creationId="{93196427-901F-690A-6B18-6F86B7B68093}"/>
          </ac:spMkLst>
        </pc:spChg>
      </pc:sldChg>
      <pc:sldChg chg="modSp mod">
        <pc:chgData name="ASMA S" userId="1de52794637bb8ea" providerId="LiveId" clId="{73A06DA8-B79A-4D66-B39B-842A8D4FE6C6}" dt="2025-06-23T13:53:38.874" v="792" actId="14100"/>
        <pc:sldMkLst>
          <pc:docMk/>
          <pc:sldMk cId="4012876014" sldId="270"/>
        </pc:sldMkLst>
        <pc:spChg chg="mod">
          <ac:chgData name="ASMA S" userId="1de52794637bb8ea" providerId="LiveId" clId="{73A06DA8-B79A-4D66-B39B-842A8D4FE6C6}" dt="2025-06-23T13:53:25.031" v="788" actId="14100"/>
          <ac:spMkLst>
            <pc:docMk/>
            <pc:sldMk cId="4012876014" sldId="270"/>
            <ac:spMk id="2" creationId="{60D528C7-AA83-A712-4945-5CE23BEECF53}"/>
          </ac:spMkLst>
        </pc:spChg>
        <pc:picChg chg="mod">
          <ac:chgData name="ASMA S" userId="1de52794637bb8ea" providerId="LiveId" clId="{73A06DA8-B79A-4D66-B39B-842A8D4FE6C6}" dt="2025-06-23T13:53:38.874" v="792" actId="14100"/>
          <ac:picMkLst>
            <pc:docMk/>
            <pc:sldMk cId="4012876014" sldId="270"/>
            <ac:picMk id="9" creationId="{B37EA674-B9F8-B4C6-166C-D187F8A71C15}"/>
          </ac:picMkLst>
        </pc:picChg>
      </pc:sldChg>
      <pc:sldChg chg="modSp mod">
        <pc:chgData name="ASMA S" userId="1de52794637bb8ea" providerId="LiveId" clId="{73A06DA8-B79A-4D66-B39B-842A8D4FE6C6}" dt="2025-06-23T13:53:55.882" v="795" actId="14100"/>
        <pc:sldMkLst>
          <pc:docMk/>
          <pc:sldMk cId="78463017" sldId="271"/>
        </pc:sldMkLst>
        <pc:picChg chg="mod">
          <ac:chgData name="ASMA S" userId="1de52794637bb8ea" providerId="LiveId" clId="{73A06DA8-B79A-4D66-B39B-842A8D4FE6C6}" dt="2025-06-23T13:53:55.882" v="795" actId="14100"/>
          <ac:picMkLst>
            <pc:docMk/>
            <pc:sldMk cId="78463017" sldId="271"/>
            <ac:picMk id="5" creationId="{73DBAF91-58F4-FD3B-0F4B-7F81710749F0}"/>
          </ac:picMkLst>
        </pc:picChg>
      </pc:sldChg>
      <pc:sldChg chg="modSp mod">
        <pc:chgData name="ASMA S" userId="1de52794637bb8ea" providerId="LiveId" clId="{73A06DA8-B79A-4D66-B39B-842A8D4FE6C6}" dt="2025-06-23T13:54:13.889" v="799" actId="14100"/>
        <pc:sldMkLst>
          <pc:docMk/>
          <pc:sldMk cId="3764472900" sldId="272"/>
        </pc:sldMkLst>
        <pc:picChg chg="mod">
          <ac:chgData name="ASMA S" userId="1de52794637bb8ea" providerId="LiveId" clId="{73A06DA8-B79A-4D66-B39B-842A8D4FE6C6}" dt="2025-06-23T13:54:13.889" v="799" actId="14100"/>
          <ac:picMkLst>
            <pc:docMk/>
            <pc:sldMk cId="3764472900" sldId="272"/>
            <ac:picMk id="5" creationId="{A14583D0-3FD5-EE17-7393-19FFBC2FB1C6}"/>
          </ac:picMkLst>
        </pc:picChg>
      </pc:sldChg>
      <pc:sldChg chg="modSp mod">
        <pc:chgData name="ASMA S" userId="1de52794637bb8ea" providerId="LiveId" clId="{73A06DA8-B79A-4D66-B39B-842A8D4FE6C6}" dt="2025-06-23T13:54:25.065" v="801" actId="14100"/>
        <pc:sldMkLst>
          <pc:docMk/>
          <pc:sldMk cId="4064551586" sldId="273"/>
        </pc:sldMkLst>
        <pc:picChg chg="mod">
          <ac:chgData name="ASMA S" userId="1de52794637bb8ea" providerId="LiveId" clId="{73A06DA8-B79A-4D66-B39B-842A8D4FE6C6}" dt="2025-06-23T13:54:25.065" v="801" actId="14100"/>
          <ac:picMkLst>
            <pc:docMk/>
            <pc:sldMk cId="4064551586" sldId="273"/>
            <ac:picMk id="5" creationId="{D37DFBD5-EB51-A0CD-EDAD-7F9AB4A95A7F}"/>
          </ac:picMkLst>
        </pc:picChg>
      </pc:sldChg>
      <pc:sldChg chg="modSp mod">
        <pc:chgData name="ASMA S" userId="1de52794637bb8ea" providerId="LiveId" clId="{73A06DA8-B79A-4D66-B39B-842A8D4FE6C6}" dt="2025-06-23T14:13:53.114" v="933" actId="20577"/>
        <pc:sldMkLst>
          <pc:docMk/>
          <pc:sldMk cId="1338652960" sldId="274"/>
        </pc:sldMkLst>
        <pc:spChg chg="mod">
          <ac:chgData name="ASMA S" userId="1de52794637bb8ea" providerId="LiveId" clId="{73A06DA8-B79A-4D66-B39B-842A8D4FE6C6}" dt="2025-06-23T14:06:07.309" v="825" actId="14100"/>
          <ac:spMkLst>
            <pc:docMk/>
            <pc:sldMk cId="1338652960" sldId="274"/>
            <ac:spMk id="2" creationId="{074579E3-CA9A-F066-62E0-607CED33BAA0}"/>
          </ac:spMkLst>
        </pc:spChg>
        <pc:spChg chg="mod">
          <ac:chgData name="ASMA S" userId="1de52794637bb8ea" providerId="LiveId" clId="{73A06DA8-B79A-4D66-B39B-842A8D4FE6C6}" dt="2025-06-23T14:13:53.114" v="933" actId="20577"/>
          <ac:spMkLst>
            <pc:docMk/>
            <pc:sldMk cId="1338652960" sldId="274"/>
            <ac:spMk id="3" creationId="{54C26589-73BA-11FA-E954-494E9F5296A3}"/>
          </ac:spMkLst>
        </pc:spChg>
      </pc:sldChg>
      <pc:sldChg chg="addSp delSp modSp new mod">
        <pc:chgData name="ASMA S" userId="1de52794637bb8ea" providerId="LiveId" clId="{73A06DA8-B79A-4D66-B39B-842A8D4FE6C6}" dt="2025-06-23T14:21:29.209" v="1026" actId="20577"/>
        <pc:sldMkLst>
          <pc:docMk/>
          <pc:sldMk cId="3214214431" sldId="275"/>
        </pc:sldMkLst>
        <pc:spChg chg="add mod">
          <ac:chgData name="ASMA S" userId="1de52794637bb8ea" providerId="LiveId" clId="{73A06DA8-B79A-4D66-B39B-842A8D4FE6C6}" dt="2025-06-23T14:21:29.209" v="1026" actId="20577"/>
          <ac:spMkLst>
            <pc:docMk/>
            <pc:sldMk cId="3214214431" sldId="275"/>
            <ac:spMk id="3" creationId="{8231A17E-7E38-7BC2-E415-18EF70C69396}"/>
          </ac:spMkLst>
        </pc:spChg>
      </pc:sldChg>
      <pc:sldChg chg="modSp new del mod">
        <pc:chgData name="ASMA S" userId="1de52794637bb8ea" providerId="LiveId" clId="{73A06DA8-B79A-4D66-B39B-842A8D4FE6C6}" dt="2025-06-23T14:20:30.309" v="992" actId="2696"/>
        <pc:sldMkLst>
          <pc:docMk/>
          <pc:sldMk cId="3424438030" sldId="275"/>
        </pc:sldMkLst>
      </pc:sldChg>
      <pc:sldMasterChg chg="del delSldLayout">
        <pc:chgData name="ASMA S" userId="1de52794637bb8ea" providerId="LiveId" clId="{73A06DA8-B79A-4D66-B39B-842A8D4FE6C6}" dt="2025-06-23T14:18:57.063" v="961" actId="2696"/>
        <pc:sldMasterMkLst>
          <pc:docMk/>
          <pc:sldMasterMk cId="0" sldId="2147483668"/>
        </pc:sldMasterMkLst>
        <pc:sldLayoutChg chg="del">
          <pc:chgData name="ASMA S" userId="1de52794637bb8ea" providerId="LiveId" clId="{73A06DA8-B79A-4D66-B39B-842A8D4FE6C6}" dt="2025-06-23T14:18:57.063" v="961" actId="2696"/>
          <pc:sldLayoutMkLst>
            <pc:docMk/>
            <pc:sldMasterMk cId="0" sldId="2147483668"/>
            <pc:sldLayoutMk cId="0" sldId="2147483669"/>
          </pc:sldLayoutMkLst>
        </pc:sldLayoutChg>
      </pc:sldMasterChg>
    </pc:docChg>
  </pc:docChgLst>
  <pc:docChgLst>
    <pc:chgData name="ASMA S" userId="1de52794637bb8ea" providerId="LiveId" clId="{965D4213-49B7-460E-AF60-BCA8CDD62584}"/>
    <pc:docChg chg="modSld sldOrd">
      <pc:chgData name="ASMA S" userId="1de52794637bb8ea" providerId="LiveId" clId="{965D4213-49B7-460E-AF60-BCA8CDD62584}" dt="2025-06-30T13:06:17.251" v="126" actId="1036"/>
      <pc:docMkLst>
        <pc:docMk/>
      </pc:docMkLst>
      <pc:sldChg chg="modSp mod">
        <pc:chgData name="ASMA S" userId="1de52794637bb8ea" providerId="LiveId" clId="{965D4213-49B7-460E-AF60-BCA8CDD62584}" dt="2025-06-30T13:06:17.251" v="126" actId="1036"/>
        <pc:sldMkLst>
          <pc:docMk/>
          <pc:sldMk cId="0" sldId="256"/>
        </pc:sldMkLst>
        <pc:spChg chg="mod">
          <ac:chgData name="ASMA S" userId="1de52794637bb8ea" providerId="LiveId" clId="{965D4213-49B7-460E-AF60-BCA8CDD62584}" dt="2025-06-30T13:06:17.251" v="126" actId="1036"/>
          <ac:spMkLst>
            <pc:docMk/>
            <pc:sldMk cId="0" sldId="256"/>
            <ac:spMk id="80" creationId="{00000000-0000-0000-0000-000000000000}"/>
          </ac:spMkLst>
        </pc:spChg>
      </pc:sldChg>
      <pc:sldChg chg="modSp mod">
        <pc:chgData name="ASMA S" userId="1de52794637bb8ea" providerId="LiveId" clId="{965D4213-49B7-460E-AF60-BCA8CDD62584}" dt="2025-06-24T11:30:31.742" v="32" actId="1440"/>
        <pc:sldMkLst>
          <pc:docMk/>
          <pc:sldMk cId="0" sldId="262"/>
        </pc:sldMkLst>
        <pc:picChg chg="mod modCrop">
          <ac:chgData name="ASMA S" userId="1de52794637bb8ea" providerId="LiveId" clId="{965D4213-49B7-460E-AF60-BCA8CDD62584}" dt="2025-06-24T11:30:31.742" v="32" actId="1440"/>
          <ac:picMkLst>
            <pc:docMk/>
            <pc:sldMk cId="0" sldId="262"/>
            <ac:picMk id="17" creationId="{1D43CEEB-9C53-772B-CE1D-97D0873B3A28}"/>
          </ac:picMkLst>
        </pc:picChg>
      </pc:sldChg>
      <pc:sldChg chg="modSp mod">
        <pc:chgData name="ASMA S" userId="1de52794637bb8ea" providerId="LiveId" clId="{965D4213-49B7-460E-AF60-BCA8CDD62584}" dt="2025-06-30T06:24:25.010" v="34" actId="20577"/>
        <pc:sldMkLst>
          <pc:docMk/>
          <pc:sldMk cId="0" sldId="263"/>
        </pc:sldMkLst>
        <pc:spChg chg="mod">
          <ac:chgData name="ASMA S" userId="1de52794637bb8ea" providerId="LiveId" clId="{965D4213-49B7-460E-AF60-BCA8CDD62584}" dt="2025-06-30T06:24:25.010" v="34" actId="20577"/>
          <ac:spMkLst>
            <pc:docMk/>
            <pc:sldMk cId="0" sldId="263"/>
            <ac:spMk id="11" creationId="{48862160-9BE1-BA66-628D-1A05F13A5A8E}"/>
          </ac:spMkLst>
        </pc:spChg>
      </pc:sldChg>
      <pc:sldChg chg="modSp mod">
        <pc:chgData name="ASMA S" userId="1de52794637bb8ea" providerId="LiveId" clId="{965D4213-49B7-460E-AF60-BCA8CDD62584}" dt="2025-06-30T06:26:57.825" v="117" actId="20577"/>
        <pc:sldMkLst>
          <pc:docMk/>
          <pc:sldMk cId="1373157998" sldId="269"/>
        </pc:sldMkLst>
        <pc:spChg chg="mod">
          <ac:chgData name="ASMA S" userId="1de52794637bb8ea" providerId="LiveId" clId="{965D4213-49B7-460E-AF60-BCA8CDD62584}" dt="2025-06-30T06:26:57.825" v="117" actId="20577"/>
          <ac:spMkLst>
            <pc:docMk/>
            <pc:sldMk cId="1373157998" sldId="269"/>
            <ac:spMk id="2" creationId="{93196427-901F-690A-6B18-6F86B7B68093}"/>
          </ac:spMkLst>
        </pc:spChg>
      </pc:sldChg>
      <pc:sldChg chg="modSp mod ord">
        <pc:chgData name="ASMA S" userId="1de52794637bb8ea" providerId="LiveId" clId="{965D4213-49B7-460E-AF60-BCA8CDD62584}" dt="2025-06-30T06:25:46.632" v="36"/>
        <pc:sldMkLst>
          <pc:docMk/>
          <pc:sldMk cId="4012876014" sldId="270"/>
        </pc:sldMkLst>
        <pc:picChg chg="mod modCrop">
          <ac:chgData name="ASMA S" userId="1de52794637bb8ea" providerId="LiveId" clId="{965D4213-49B7-460E-AF60-BCA8CDD62584}" dt="2025-06-24T11:30:23.607" v="31" actId="1440"/>
          <ac:picMkLst>
            <pc:docMk/>
            <pc:sldMk cId="4012876014" sldId="270"/>
            <ac:picMk id="9" creationId="{B37EA674-B9F8-B4C6-166C-D187F8A71C15}"/>
          </ac:picMkLst>
        </pc:picChg>
      </pc:sldChg>
      <pc:sldChg chg="modSp mod">
        <pc:chgData name="ASMA S" userId="1de52794637bb8ea" providerId="LiveId" clId="{965D4213-49B7-460E-AF60-BCA8CDD62584}" dt="2025-06-24T11:30:16.054" v="30" actId="1440"/>
        <pc:sldMkLst>
          <pc:docMk/>
          <pc:sldMk cId="78463017" sldId="271"/>
        </pc:sldMkLst>
        <pc:picChg chg="mod modCrop">
          <ac:chgData name="ASMA S" userId="1de52794637bb8ea" providerId="LiveId" clId="{965D4213-49B7-460E-AF60-BCA8CDD62584}" dt="2025-06-24T11:30:16.054" v="30" actId="1440"/>
          <ac:picMkLst>
            <pc:docMk/>
            <pc:sldMk cId="78463017" sldId="271"/>
            <ac:picMk id="5" creationId="{73DBAF91-58F4-FD3B-0F4B-7F81710749F0}"/>
          </ac:picMkLst>
        </pc:picChg>
      </pc:sldChg>
      <pc:sldChg chg="modSp mod">
        <pc:chgData name="ASMA S" userId="1de52794637bb8ea" providerId="LiveId" clId="{965D4213-49B7-460E-AF60-BCA8CDD62584}" dt="2025-06-24T11:30:03.749" v="28" actId="1440"/>
        <pc:sldMkLst>
          <pc:docMk/>
          <pc:sldMk cId="3764472900" sldId="272"/>
        </pc:sldMkLst>
        <pc:picChg chg="mod modCrop">
          <ac:chgData name="ASMA S" userId="1de52794637bb8ea" providerId="LiveId" clId="{965D4213-49B7-460E-AF60-BCA8CDD62584}" dt="2025-06-24T11:30:03.749" v="28" actId="1440"/>
          <ac:picMkLst>
            <pc:docMk/>
            <pc:sldMk cId="3764472900" sldId="272"/>
            <ac:picMk id="5" creationId="{A14583D0-3FD5-EE17-7393-19FFBC2FB1C6}"/>
          </ac:picMkLst>
        </pc:picChg>
      </pc:sldChg>
      <pc:sldChg chg="modSp mod">
        <pc:chgData name="ASMA S" userId="1de52794637bb8ea" providerId="LiveId" clId="{965D4213-49B7-460E-AF60-BCA8CDD62584}" dt="2025-06-24T11:29:57.281" v="27" actId="1440"/>
        <pc:sldMkLst>
          <pc:docMk/>
          <pc:sldMk cId="4064551586" sldId="273"/>
        </pc:sldMkLst>
        <pc:picChg chg="mod modCrop">
          <ac:chgData name="ASMA S" userId="1de52794637bb8ea" providerId="LiveId" clId="{965D4213-49B7-460E-AF60-BCA8CDD62584}" dt="2025-06-24T11:29:57.281" v="27" actId="1440"/>
          <ac:picMkLst>
            <pc:docMk/>
            <pc:sldMk cId="4064551586" sldId="273"/>
            <ac:picMk id="5" creationId="{D37DFBD5-EB51-A0CD-EDAD-7F9AB4A95A7F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1.742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3.036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365 434,'-7'0,"-15"0,-11 0,-8 0,0 0,-6 0,3 0,0 0,4-4,8-5,19-1,18-3,19 2,23 2,9-2,12-2,1-3,5-3,5 3,9-1,0 2,1-3,5-2,-2-3,-2 4,-12 4,-3 6,-8-1,-10 2,-12 3,-10 1,-6 2,-12-3,-17 0,-16 0,-14 2,-8-3,-2-1,-2 2,-2 1,-1 1,4 2,4 0,5-3,5-1,1 0,-1 1,-4-2,-4-1,-5-2,1-4,4 0,3 2,4 4,-2 2,1 2,2 2,1 1,1 1,5 3,7 6,4 4,0 8,-2 4,-3-2,1-2,-1 3,-3-2,3-2,-1-3,2-3,0-2,-6 0,-4-3,3-2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3.649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3.853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4.935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0,'4'4,"9"5,10 5,8 4,8-1,4-4,-1-3,3-4,-1-3,-5-2,-5-1,-4-1,-4 1,-2-1,-2 4,0 2,4 3,5 1,5 2,4 0,6 1,12 0,3-4,3-2,2-2,-2-3,-1 0,-3-1,-5-1,-3 1,-3-1,-6 1,-6 0,-6 0,-5 0,-2 0,2 0,1 0,-1 0,0 0,-1 0,-1 0,3 0,1 0,-1 0,-4-4,-7-2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5.484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5.876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3T09:48:16.050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3T09:48:31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965 252 24575,'46'-2'0,"1"-2"0,65-13 0,86-31 0,-192 47 0,449-141 0,-448 140 0,-3 0 0,28-8 0,35-8 0,-54 15 0,-1 2 0,0 0 0,1 0 0,-1 1 0,1 1 0,14 2 0,71 9 0,-51-8 0,64 16 0,-109-20 0,0 1 0,0-1 0,1 1 0,-1 0 0,0 0 0,0 0 0,0 0 0,0 0 0,3 2 0,-5-3 0,0 1 0,0-1 0,0 0 0,0 0 0,0 0 0,0 0 0,0 0 0,0 1 0,0-1 0,0 0 0,0 0 0,0 0 0,0 0 0,0 1 0,0-1 0,0 0 0,0 0 0,0 0 0,0 0 0,0 1 0,0-1 0,0 0 0,0 0 0,0 0 0,0 0 0,0 0 0,0 1 0,0-1 0,0 0 0,0 0 0,0 0 0,-1 0 0,1 0 0,0 0 0,0 1 0,0-1 0,0 0 0,0 0 0,0 0 0,-1 0 0,1 0 0,0 0 0,0 0 0,-18 5 0,-88 2 0,50-5 0,-569 54-672,-4 74 672,568-115 38,-175 49 484,226-59-418,15-2-85,20-1-34,-23-2 19,561-1-4,-189-2 0,-251 3 0,-114 0 0,-10-1 0,-20-1 0,-252-24-339,-380 15-1,225 43 340,395-25 113,93-9 68,0-3-1,95-19 1,-48 6-157,18 0-24,559-99 0,-648 108 0,-31 5 0,-11 1 0,-28-1 0,0 1 0,-67 4 0,34 0 0,-93 1 0,-132-2 0,257-4 0,35 4 0,0 0 0,-1 0 0,1 0 0,0 0 0,0 0 0,0 0 0,-1 0 0,1 0 0,0 0 0,0 0 0,0 0 0,0 0 0,-1 0 0,1 0 0,0-1 0,0 1 0,0 0 0,0 0 0,0 0 0,-1 0 0,1 0 0,0-1 0,0 1 0,0 0 0,0 0 0,0 0 0,0 0 0,0-1 0,0 1 0,0 0 0,0 0 0,0 0 0,-1-1 0,1 1 0,0 0 0,0 0 0,0 0 0,0-1 0,1 1 0,-1 0 0,0 0 0,0 0 0,0-1 0,0 1 0,0 0 0,0 0 0,0 0 0,0 0 0,0-1 0,0 1 0,0 0 0,1 0 0,-1 0 0,0 0 0,0 0 0,0-1 0,0 1 0,1 0 0,-1 0 0,0 0 0,0 0 0,0 0 0,0 0 0,1 0 0,-1 0 0,0 0 0,8-4 0,-1 0 0,1 1 0,-1 0 0,1 0 0,0 1 0,0 0 0,1 0 0,8 0 0,-6 0 0,568-48 0,-263 33 0,-282 12 0,-77 3 0,-953 27-763,737 1 763,222-19 0,31-3 0,11-2 6,14 1 115,405-1 468,-384-3-542,-5 0-47,31 0 0,104-15 0,-162 12 0,-14-1 0,-24-3 0,-52-4 0,-137-3 0,-90 17 0,298-2 0,-533 56 0,527-53 0,17-3 0,0 0 0,0 0 0,0 0 0,0 0 0,1 0 0,-1 0 0,0 0 0,0 0 0,0 0 0,0 0 0,0 0 0,0 0 0,0 0 0,0 0 0,0 0 0,0 0 0,0 0 0,0 0 0,0 0 0,1 0 0,-1 0 0,0 0 0,0 1 0,0-1 0,0 0 0,0 0 0,0 0 0,0 0 0,0 0 0,0 0 0,0 0 0,0 0 0,0 0 0,0 0 0,0 0 0,0 0 0,0 0 0,0 0 0,0 0 0,0 0 0,0 0 0,0 1 0,0-1 0,0 0 0,0 0 0,0 0 0,0 0 0,0 0 0,0 0 0,0 0 0,0 0 0,0 0 0,0 0 0,31 1 0,142-11 0,182-35 0,-339 43-455,0-2 0,18-5 0,-16 1-6371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3T09:50:34.6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1378 229 24575,'-481'0'0,"501"2"0,-1 0 0,39 9 0,-15-3 0,79 17 0,-48-9 0,145 12 0,-144-26 0,-61-4 0,-48-2 0,-105-6 0,-165 10 0,-141 31 0,430-30 0,11-2 0,-1 1 0,1 0 0,0 1 0,-1-1 0,1 1 0,0 0 0,0 0 0,0 0 0,0 0 0,0 1 0,0-1 0,-6 5 0,9-6 0,1 0 0,0 0 0,0 1 0,0-1 0,0 0 0,0 0 0,0 1 0,0-1 0,0 0 0,1 0 0,-1 0 0,0 1 0,0-1 0,0 0 0,0 0 0,0 0 0,0 1 0,0-1 0,0 0 0,0 0 0,1 0 0,-1 1 0,0-1 0,0 0 0,0 0 0,0 0 0,1 0 0,-1 0 0,0 0 0,0 1 0,0-1 0,1 0 0,-1 0 0,0 0 0,0 0 0,0 0 0,1 0 0,-1 0 0,0 0 0,0 0 0,1 0 0,-1 0 0,0 0 0,0 0 0,0 0 0,1 0 0,14 3 0,22-1 0,1-2 0,56-6 0,-29 1 0,-14 2 0,107-9 0,-130 8 0,0-1 0,0-1 0,41-16 0,-45 11 0,-24 11 0,0 0 0,0 0 0,0-1 0,0 1 0,1 0 0,-1 0 0,0 0 0,0 0 0,0 0 0,0 0 0,0-1 0,0 1 0,1 0 0,-1 0 0,0 0 0,0 0 0,0-1 0,0 1 0,0 0 0,0 0 0,0 0 0,0 0 0,0-1 0,0 1 0,0 0 0,0 0 0,0 0 0,0-1 0,0 1 0,0 0 0,0 0 0,0 0 0,0-1 0,0 1 0,0 0 0,0 0 0,0 0 0,0 0 0,-1-1 0,1 1 0,0 0 0,0 0 0,0 0 0,0 0 0,0 0 0,0-1 0,-1 1 0,1 0 0,0 0 0,0 0 0,0 0 0,0 0 0,-1 0 0,1 0 0,0 0 0,0 0 0,0 0 0,0 0 0,-1-1 0,1 1 0,0 0 0,-8-2 0,0 0 0,0 1 0,0-1 0,0 2 0,0-1 0,-14 1 0,-1 0 0,-161-4 0,-362 41 0,408-12 0,-83 10 0,231-37 0,1-1 0,-1 1 0,13-6 0,8-2 0,55-14 0,139-43 0,-196 57 0,48-15 0,133-67 0,-194 81 0,-16 11 0,1-1 0,-1 1 0,0 0 0,0 0 0,0-1 0,1 1 0,-1 0 0,0 0 0,0-1 0,0 1 0,0 0 0,1-1 0,-1 1 0,0 0 0,0-1 0,0 1 0,0 0 0,0-1 0,0 1 0,0 0 0,0-1 0,0 1 0,0 0 0,0-1 0,0 1 0,0 0 0,-1-1 0,0 0 0,-1 0 0,1 0 0,-1 0 0,1 0 0,-1 0 0,0 0 0,1 0 0,-1 1 0,0-1 0,0 1 0,0-1 0,1 1 0,-1 0 0,0 0 0,-3 0 0,-37-3 0,0 2 0,0 2 0,-51 7 0,-128 31 0,168-28 0,17-5 0,14-3 0,0 2 0,0 0 0,-22 9 0,66-10 0,134-4 0,291-37 0,-324 20 0,134-2 0,-252 19 0,1 0 0,-1 0 0,0 1 0,1-1 0,8 4 0,-12-4 0,-1 1 0,1-1 0,-1 1 0,0 0 0,1 0 0,-1 0 0,0 0 0,0 0 0,1 0 0,-1 0 0,0 0 0,0 0 0,0 0 0,0 1 0,-1-1 0,1 0 0,0 1 0,0-1 0,-1 1 0,1-1 0,-1 1 0,1-1 0,-1 3 0,3 12 0,-3-12 0,0 0 0,1 0 0,-1 0 0,1-1 0,0 1 0,0 0 0,0-1 0,1 1 0,-1-1 0,1 1 0,0-1 0,0 0 0,0 1 0,0-1 0,1 0 0,-1-1 0,1 1 0,0 0 0,0-1 0,0 1 0,4 2 0,6 1 0,0 0 0,1-2 0,-1 1 0,27 4 0,62 4 0,-90-11 0,110 7-237,206-11 0,125-39-435,-295 25 598,952-159-392,-1082 170 556,-25 4 11,-6 0 25,-39 5 476,8-1-282,-75 5-97,-210 45 1,310-50-224,4-3 0,0 1 0,0 1 0,0-1 0,0 1 0,0 0 0,1 0 0,-1 0 0,0 1 0,-6 4 0,11-7 0,0 0 0,0 1 0,0-1 0,0 0 0,-1 1 0,1-1 0,0 0 0,0 0 0,0 1 0,0-1 0,0 0 0,0 1 0,0-1 0,0 0 0,0 0 0,0 1 0,0-1 0,0 0 0,1 1 0,-1-1 0,0 0 0,0 0 0,0 1 0,0-1 0,0 0 0,1 0 0,-1 1 0,0-1 0,0 0 0,0 0 0,0 0 0,1 1 0,-1-1 0,0 0 0,0 0 0,1 0 0,-1 0 0,0 1 0,0-1 0,1 0 0,-1 0 0,0 0 0,1 0 0,-1 0 0,0 0 0,0 0 0,1 0 0,0 0 0,18 5 0,-18-5 0,230 33 0,-48-9 0,-110-13 0,-26-5 0,63 16 0,-68-3 0,-35-15 0,1 0 0,-1-1 0,1 0 0,11 3 0,27 3 0,0-2 0,50 1 0,94-5 0,316-43 0,-493 38 0,-9 2 0,0 0 0,0 0 0,0-1 0,0 0 0,0 0 0,0 0 0,0 0 0,0-1 0,0 1 0,5-4 0,-9 5 0,0 0 0,0-1 0,1 1 0,-1 0 0,0 0 0,0 0 0,0 0 0,0 0 0,0-1 0,0 1 0,0 0 0,0 0 0,0 0 0,0 0 0,0-1 0,0 1 0,0 0 0,0 0 0,0 0 0,0 0 0,0-1 0,0 1 0,0 0 0,0 0 0,0 0 0,-1 0 0,1 0 0,0-1 0,0 1 0,0 0 0,0 0 0,0 0 0,0 0 0,0 0 0,-1 0 0,1-1 0,0 1 0,0 0 0,0 0 0,0 0 0,0 0 0,-1 0 0,1 0 0,0 0 0,0 0 0,0 0 0,0 0 0,0 0 0,-1 0 0,1 0 0,0 0 0,0 0 0,0 0 0,0 0 0,-1 0 0,-14-4 0,-1 2 0,0-1 0,1 2 0,-1 0 0,-24 2 0,8 0 0,-104 0 0,300 10 0,-25-1 0,-118-9 0,203 1 0,-189-6 0,-25 1 0,-11 0 0,-20-1 0,-53-2 0,0 4 0,0 2 0,-142 21 0,-220 70 0,428-89 0,-490 102 0,391-91 0,9-2 0,-115 28 0,193-33 0,20-6 0,0 0 0,0 0 0,0 0 0,0 0 0,0 0 0,0 0 0,0 0 0,0 0 0,0 0 0,-1 0 0,1 0 0,0 0 0,0 0 0,0 0 0,0 0 0,0 0 0,0 0 0,0 0 0,0 0 0,0 0 0,-1 0 0,1 0 0,0 0 0,0 0 0,0 0 0,0 0 0,0 0 0,0 0 0,0 0 0,0 0 0,0 0 0,0 0 0,0 1 0,0-1 0,0 0 0,-1 0 0,1 0 0,0 0 0,0 0 0,0 0 0,0 0 0,0 0 0,0 0 0,0 0 0,0 1 0,0-1 0,0 0 0,0 0 0,0 0 0,0 0 0,0 0 0,0 0 0,0 0 0,0 0 0,0 0 0,0 1 0,0-1 0,0 0 0,1 0 0,-1 0 0,0 0 0,0 0 0,0 0 0,0 0 0,0 0 0,0 0 0,9 2 0,15-3 0,195-20 0,-218 21 0,24-5 0,-25 5 0,0 0 0,1 0 0,-1 0 0,0 0 0,1 0 0,-1 0 0,0 0 0,0 0 0,1 0 0,-1 0 0,0 0 0,1 0 0,-1-1 0,0 1 0,0 0 0,1 0 0,-1 0 0,0 0 0,0-1 0,1 1 0,-1 0 0,0 0 0,0-1 0,0 1 0,1 0 0,-1 0 0,0-1 0,0 1 0,0 0 0,0-1 0,0 1 0,0 0 0,0 0 0,0-1 0,0 1 0,1 0 0,-1-1 0,0 1 0,0 0 0,-1-1 0,1 1 0,0 0 0,0 0 0,0-1 0,0 1 0,0 0 0,0-1 0,0 1 0,0 0 0,-1 0 0,1-1 0,0 1 0,0 0 0,0 0 0,0-1 0,-1 1 0,1 0 0,0 0 0,0 0 0,-1-1 0,1 1 0,0 0 0,0 0 0,-1 0 0,1 0 0,0 0 0,-1-1 0,1 1 0,-11-6 0,0 0 0,0 0 0,-1 1 0,0 0 0,-22-5 0,-69-11 0,67 15 0,-139-15 0,166 21 0,-15-3 0,23 3 0,1 0 0,-1-1 0,0 1 0,0 0 0,1 0 0,-1 0 0,0-1 0,0 1 0,1 0 0,-1-1 0,0 1 0,1 0 0,-1-1 0,1 1 0,-1-1 0,0 1 0,1-1 0,-1 0 0,1 1 0,0-1 0,-2-1 0,1 0 0,1 0 0,-1 1 0,-1-1 0,1 0 0,0 0 0,0 0 0,-1 1 0,1-1 0,-1 1 0,1-1 0,-1 1 0,-3-3 0,4 4 0,1 0 0,-1-1 0,0 1 0,1 0 0,-1-1 0,1 1 0,-1-1 0,0 0 0,1 1 0,-1-1 0,1 1 0,-1-1 0,1 0 0,0 1 0,-1-1 0,1 0 0,-1 0 0,2 0 0,1 0 0,-1 1 0,0-1 0,0 0 0,0 1 0,1-1 0,-1 1 0,0 0 0,1-1 0,-1 1 0,0 0 0,0 0 0,1 0 0,-1 0 0,0 0 0,2 0 0,341-3 0,-66 2 0,169-19 0,506-2 0,-784 34 0,-139-7 0,-1 0 0,0 2 0,47 18 0,-42-12 0,1-2 0,54 10 0,73 3 0,-123-19 0,226 19 0,-78-17 0,-67-5 0,-31 9 0,-59-7 0,43 2 0,-16-5 0,174-3 0,-212 0 0,1-1 0,-1 0 0,0-2 0,0 0 0,0-1 0,0-1 0,17-10 0,130-55 0,-153 67 0,1 1 0,-1 1 0,1 0 0,-1 1 0,18-1 0,-15 2 0,1-1 0,-1-1 0,18-4 0,41-22 0,-57 20 0,0 2 0,1 0 0,0 1 0,0 1 0,1 1 0,28-3 0,-13 6 0,-16 1 0,0 0 0,0-2 0,-1 0 0,36-10 0,-14-1 0,-18 5 0,1 0 0,0 2 0,0 1 0,0 0 0,46-2 0,1222 9 0,-1284 0 0,-19 3 0,-20 3 0,-332 56 0,285-50 0,-1-3 0,0-4 0,-83-4 0,137-3 0,-1-1 0,1-2 0,-34-7 0,18 1 0,26 7 0,0-2 0,0 0 0,0-1 0,-16-7 0,21 7 0,0 1 0,0 1 0,0 0 0,-1 0 0,1 1 0,-20 0 0,-74 3 0,51 1 0,27-3 0,19 0 0,1 1 0,-1-1 0,0 2 0,1-1 0,-11 3 0,40 5 0,46 1 0,1-2 0,132-7 0,-87-2 0,471 2 0,-571-1 0,1 0 0,0-2 0,-1 0 0,1 0 0,18-8 0,-18 5 0,1 1 0,-1 1 0,1 1 0,19-2 0,68 6 0,21-2 0,-105-2 0,0-2 0,1 1 0,32-14 0,-14 4 0,7-2 0,58-15 0,-86 25 0,-17 6 0,0 0 0,-1 0 0,1 0 0,0 0 0,0 0 0,0 0 0,-1-1 0,1 1 0,0 0 0,0 0 0,0 0 0,0 0 0,-1 0 0,1 0 0,0-1 0,0 1 0,0 0 0,0 0 0,-1 0 0,1 0 0,0-1 0,0 1 0,0 0 0,0 0 0,0 0 0,0-1 0,0 1 0,0 0 0,0 0 0,0 0 0,0-1 0,0 1 0,0 0 0,0 0 0,0-1 0,0 1 0,0 0 0,0 0 0,0 0 0,0-1 0,0 1 0,0 0 0,0 0 0,0 0 0,0-1 0,0 1 0,1 0 0,-1 0 0,0 0 0,0 0 0,0-1 0,0 1 0,0 0 0,1 0 0,-1 0 0,0 0 0,0 0 0,0-1 0,1 1 0,-1 0 0,0 0 0,0 0 0,-32-8 0,-1 2 0,-1 2 0,-59-2 0,66 5 0,-245-3 0,-492 58 0,511-31 0,-257-8 0,-285-17 0,626-12 0,104 6 0,33 3 0,1-2 0,-51-16 0,23 5 0,24 11 0,0 1 0,-1 2 0,1 2 0,-61 3 0,47 0 0,-78-8 0,-37-4 0,72 6 0,78 3 0,0 0 0,-1-1 0,-25-10 0,-23-5 0,13 9 0,12 2 0,0 1 0,-53-1 0,-408 8 0,460 1 0,0 2 0,-61 15 0,7-2 0,59-11 0,-25 3 0,-96 3 0,126-12 0,-1 2 0,-50 9 0,-42 2 0,23-3 0,-16 0 0,20-2 0,-92 2-767,170-9 169,-71 1-6228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3T09:50:35.4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5F203-A618-4954-B10C-286A2029B59A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5AE63-2CF0-46F9-B57D-93FCCAE17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4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5AE63-2CF0-46F9-B57D-93FCCAE17F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18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7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52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10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83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76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1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64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14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49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A2E5-D985-412A-B596-F166EDB5FD93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9CD3-393F-4D0D-A377-20D04063D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2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A2E5-D985-412A-B596-F166EDB5FD93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9CD3-393F-4D0D-A377-20D04063DF8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8490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A2E5-D985-412A-B596-F166EDB5FD93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9CD3-393F-4D0D-A377-20D04063D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38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A2E5-D985-412A-B596-F166EDB5FD93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9CD3-393F-4D0D-A377-20D04063DF8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9147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A2E5-D985-412A-B596-F166EDB5FD93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9CD3-393F-4D0D-A377-20D04063D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20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14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639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17960" y="13104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9204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7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hyperlink" Target="https://uelectronics.com/producto/fc-51-sensor-de-obstaculos-reflectivo-infrarojo/" TargetMode="External"/><Relationship Id="rId21" Type="http://schemas.openxmlformats.org/officeDocument/2006/relationships/image" Target="../media/image10.png"/><Relationship Id="rId7" Type="http://schemas.openxmlformats.org/officeDocument/2006/relationships/customXml" Target="../ink/ink2.xml"/><Relationship Id="rId12" Type="http://schemas.openxmlformats.org/officeDocument/2006/relationships/customXml" Target="../ink/ink5.xml"/><Relationship Id="rId17" Type="http://schemas.openxmlformats.org/officeDocument/2006/relationships/customXml" Target="../ink/ink8.xml"/><Relationship Id="rId2" Type="http://schemas.openxmlformats.org/officeDocument/2006/relationships/image" Target="../media/image3.jpg"/><Relationship Id="rId16" Type="http://schemas.openxmlformats.org/officeDocument/2006/relationships/customXml" Target="../ink/ink7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image" Target="../media/image8.png"/><Relationship Id="rId23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9.png"/><Relationship Id="rId4" Type="http://schemas.openxmlformats.org/officeDocument/2006/relationships/hyperlink" Target="https://creativecommons.org/licenses/by-nc-nd/3.0/" TargetMode="External"/><Relationship Id="rId9" Type="http://schemas.openxmlformats.org/officeDocument/2006/relationships/customXml" Target="../ink/ink3.xml"/><Relationship Id="rId14" Type="http://schemas.openxmlformats.org/officeDocument/2006/relationships/customXml" Target="../ink/ink6.xml"/><Relationship Id="rId22" Type="http://schemas.openxmlformats.org/officeDocument/2006/relationships/customXml" Target="../ink/ink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shub.pk/product/atmel-at89c51-microcontroller-in-pakistan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3623515" y="2359386"/>
            <a:ext cx="3706457" cy="13205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controlling vehicle </a:t>
            </a:r>
            <a:r>
              <a:rPr lang="en-US" sz="1400" spc="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endParaRPr lang="en-US" sz="1400" b="0" strike="noStrike" spc="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881991" y="425880"/>
            <a:ext cx="4447981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Radio Canada Big"/>
                <a:cs typeface="Times New Roman" panose="02020603050405020304" pitchFamily="18" charset="0"/>
              </a:rPr>
              <a:t>  Speedtrack</a:t>
            </a:r>
            <a:r>
              <a:rPr lang="en" sz="5400" b="0" strike="noStrike" spc="-1" dirty="0">
                <a:solidFill>
                  <a:schemeClr val="dk1"/>
                </a:solidFill>
                <a:latin typeface="Radio Canada Big"/>
                <a:ea typeface="Radio Canada Big"/>
              </a:rPr>
              <a:t> </a:t>
            </a:r>
            <a:r>
              <a:rPr lang="en" sz="4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Radio Canada Big"/>
                <a:cs typeface="Times New Roman" panose="02020603050405020304" pitchFamily="18" charset="0"/>
              </a:rPr>
              <a:t>System</a:t>
            </a:r>
            <a:endParaRPr lang="fr-FR" sz="54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Google Shape;140;p27"/>
          <p:cNvPicPr/>
          <p:nvPr/>
        </p:nvPicPr>
        <p:blipFill>
          <a:blip r:embed="rId3"/>
          <a:srcRect t="2436" b="2436"/>
          <a:stretch/>
        </p:blipFill>
        <p:spPr>
          <a:xfrm>
            <a:off x="224792" y="425880"/>
            <a:ext cx="2583720" cy="438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 idx="4294967295"/>
          </p:nvPr>
        </p:nvSpPr>
        <p:spPr>
          <a:xfrm>
            <a:off x="341971" y="193289"/>
            <a:ext cx="4319239" cy="7731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sz="36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 idx="4294967295"/>
          </p:nvPr>
        </p:nvSpPr>
        <p:spPr>
          <a:xfrm>
            <a:off x="2036956" y="1122556"/>
            <a:ext cx="5653801" cy="364273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The aim of the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Baskerville Old Face" panose="02020602080505020303" pitchFamily="18" charset="0"/>
              </a:rPr>
              <a:t>speedtrack</a:t>
            </a:r>
            <a:r>
              <a:rPr lang="en-US" sz="1600" b="0" strike="noStrike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 using 8051 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   1. Measure and display speed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   2. Provide a reliable speed monitoring system 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   3. Enhance safety and efficiency  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ubTitle" idx="4294967295"/>
          </p:nvPr>
        </p:nvSpPr>
        <p:spPr>
          <a:xfrm>
            <a:off x="456536" y="921834"/>
            <a:ext cx="3572771" cy="443818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marL="0" indent="0">
              <a:buNone/>
            </a:pPr>
            <a:r>
              <a:rPr lang="en-IN" sz="1600" spc="-1" dirty="0">
                <a:solidFill>
                  <a:schemeClr val="dk1"/>
                </a:solidFill>
                <a:latin typeface="Baskerville Old Face" panose="02020602080505020303" pitchFamily="18" charset="0"/>
                <a:ea typeface="arial"/>
              </a:rPr>
              <a:t>✧ AT89C51</a:t>
            </a:r>
          </a:p>
          <a:p>
            <a:pPr marL="0" indent="0">
              <a:buNone/>
            </a:pPr>
            <a:r>
              <a:rPr lang="en-IN" sz="1600" spc="-1" dirty="0">
                <a:solidFill>
                  <a:schemeClr val="dk1"/>
                </a:solidFill>
                <a:latin typeface="Baskerville Old Face" panose="02020602080505020303" pitchFamily="18" charset="0"/>
                <a:ea typeface="arial"/>
              </a:rPr>
              <a:t>✧ IR Obstacle sensor</a:t>
            </a:r>
          </a:p>
          <a:p>
            <a:pPr marL="0" indent="0">
              <a:buNone/>
            </a:pPr>
            <a:r>
              <a:rPr lang="en-IN" sz="1600" spc="-1" dirty="0">
                <a:solidFill>
                  <a:schemeClr val="dk1"/>
                </a:solidFill>
                <a:latin typeface="Baskerville Old Face" panose="02020602080505020303" pitchFamily="18" charset="0"/>
                <a:ea typeface="arial"/>
              </a:rPr>
              <a:t>✧ LM016L</a:t>
            </a:r>
          </a:p>
          <a:p>
            <a:pPr marL="0" indent="0">
              <a:buNone/>
            </a:pPr>
            <a:r>
              <a:rPr lang="en-IN" sz="1600" spc="-1" dirty="0">
                <a:solidFill>
                  <a:schemeClr val="dk1"/>
                </a:solidFill>
                <a:latin typeface="Baskerville Old Face" panose="02020602080505020303" pitchFamily="18" charset="0"/>
                <a:ea typeface="arial"/>
              </a:rPr>
              <a:t>✧ </a:t>
            </a:r>
            <a:r>
              <a:rPr lang="en-IN" sz="1600" spc="-1" dirty="0" err="1">
                <a:solidFill>
                  <a:schemeClr val="dk1"/>
                </a:solidFill>
                <a:latin typeface="Baskerville Old Face" panose="02020602080505020303" pitchFamily="18" charset="0"/>
                <a:ea typeface="arial"/>
              </a:rPr>
              <a:t>Logictoggle</a:t>
            </a:r>
            <a:endParaRPr lang="en-IN" sz="1600" spc="-1" dirty="0">
              <a:solidFill>
                <a:schemeClr val="dk1"/>
              </a:solidFill>
              <a:latin typeface="Baskerville Old Face" panose="02020602080505020303" pitchFamily="18" charset="0"/>
              <a:ea typeface="arial"/>
            </a:endParaRPr>
          </a:p>
          <a:p>
            <a:pPr marL="0" indent="0">
              <a:buNone/>
            </a:pPr>
            <a:r>
              <a:rPr lang="en-IN" sz="1600" spc="-1" dirty="0">
                <a:solidFill>
                  <a:schemeClr val="dk1"/>
                </a:solidFill>
                <a:latin typeface="Baskerville Old Face" panose="02020602080505020303" pitchFamily="18" charset="0"/>
                <a:ea typeface="arial"/>
              </a:rPr>
              <a:t>✧</a:t>
            </a:r>
            <a:r>
              <a:rPr lang="en-US" sz="1600" spc="-1" dirty="0">
                <a:solidFill>
                  <a:schemeClr val="dk1"/>
                </a:solidFill>
                <a:latin typeface="Baskerville Old Face" panose="02020602080505020303" pitchFamily="18" charset="0"/>
                <a:ea typeface="arial"/>
              </a:rPr>
              <a:t> Led-Red</a:t>
            </a:r>
          </a:p>
          <a:p>
            <a:pPr marL="0" indent="0">
              <a:buNone/>
            </a:pPr>
            <a:endParaRPr lang="en-US" sz="1600" spc="-1" dirty="0">
              <a:solidFill>
                <a:schemeClr val="dk1"/>
              </a:solidFill>
              <a:latin typeface="Baskerville Old Face" panose="02020602080505020303" pitchFamily="18" charset="0"/>
              <a:ea typeface="arial"/>
            </a:endParaRPr>
          </a:p>
          <a:p>
            <a:pPr marL="0" indent="0">
              <a:buNone/>
            </a:pPr>
            <a:endParaRPr lang="en-US" sz="1600" spc="-1" dirty="0">
              <a:solidFill>
                <a:schemeClr val="dk1"/>
              </a:solidFill>
              <a:latin typeface="Baskerville Old Face" panose="02020602080505020303" pitchFamily="18" charset="0"/>
              <a:ea typeface="arial"/>
            </a:endParaRPr>
          </a:p>
          <a:p>
            <a:pPr marL="0" indent="0">
              <a:buNone/>
            </a:pPr>
            <a:endParaRPr lang="en-US" sz="1600" spc="-1" dirty="0">
              <a:solidFill>
                <a:schemeClr val="dk1"/>
              </a:solidFill>
              <a:latin typeface="Baskerville Old Face" panose="02020602080505020303" pitchFamily="18" charset="0"/>
              <a:ea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idx="4294967295"/>
          </p:nvPr>
        </p:nvSpPr>
        <p:spPr>
          <a:xfrm>
            <a:off x="215591" y="1"/>
            <a:ext cx="3572772" cy="7359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Radio Canada Big"/>
                <a:cs typeface="Times New Roman" panose="02020603050405020304" pitchFamily="18" charset="0"/>
              </a:rPr>
              <a:t>System components</a:t>
            </a:r>
            <a:endParaRPr lang="fr-FR" sz="3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193;p31"/>
          <p:cNvPicPr/>
          <p:nvPr/>
        </p:nvPicPr>
        <p:blipFill>
          <a:blip r:embed="rId2"/>
          <a:srcRect l="7352" r="7361" b="3615"/>
          <a:stretch/>
        </p:blipFill>
        <p:spPr>
          <a:xfrm>
            <a:off x="4215161" y="386576"/>
            <a:ext cx="2810107" cy="4296936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70985" y="0"/>
            <a:ext cx="6239794" cy="9972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Radio Canada Big"/>
                <a:cs typeface="Times New Roman" panose="02020603050405020304" pitchFamily="18" charset="0"/>
              </a:rPr>
              <a:t>IR Obstacle Sensor </a:t>
            </a:r>
            <a:endParaRPr lang="fr-FR" sz="3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5BCFC69-1912-0D08-18B3-F0C5541AE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4111" y="1018478"/>
            <a:ext cx="3133752" cy="3241287"/>
          </a:xfrm>
        </p:spPr>
      </p:pic>
      <p:sp>
        <p:nvSpPr>
          <p:cNvPr id="94" name="PlaceHolder 2"/>
          <p:cNvSpPr>
            <a:spLocks noGrp="1"/>
          </p:cNvSpPr>
          <p:nvPr>
            <p:ph type="body" sz="half" idx="2"/>
          </p:nvPr>
        </p:nvSpPr>
        <p:spPr>
          <a:xfrm>
            <a:off x="3427141" y="1367884"/>
            <a:ext cx="3886200" cy="21707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600" dirty="0">
                <a:latin typeface="Baskerville Old Face" panose="02020602080505020303" pitchFamily="18" charset="0"/>
              </a:rPr>
              <a:t>IR sensors help the </a:t>
            </a:r>
            <a:r>
              <a:rPr lang="en-US" sz="1600" dirty="0" err="1">
                <a:latin typeface="Baskerville Old Face" panose="02020602080505020303" pitchFamily="18" charset="0"/>
              </a:rPr>
              <a:t>Speedtrack</a:t>
            </a:r>
            <a:r>
              <a:rPr lang="en-US" sz="1600" dirty="0">
                <a:latin typeface="Baskerville Old Face" panose="02020602080505020303" pitchFamily="18" charset="0"/>
              </a:rPr>
              <a:t> System detect obstacles and measure distance. They use infrared light to find how close objects are, ensuring safe movement.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53DF2-04DE-253B-597C-5BB2AC4C9D5F}"/>
              </a:ext>
            </a:extLst>
          </p:cNvPr>
          <p:cNvSpPr txBox="1"/>
          <p:nvPr/>
        </p:nvSpPr>
        <p:spPr>
          <a:xfrm>
            <a:off x="1373188" y="4810919"/>
            <a:ext cx="3886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uelectronics.com/producto/fc-51-sensor-de-obstaculos-reflectivo-infrarojo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2AC32A-0413-C4A1-DC6C-1446457533E2}"/>
              </a:ext>
            </a:extLst>
          </p:cNvPr>
          <p:cNvGrpSpPr/>
          <p:nvPr/>
        </p:nvGrpSpPr>
        <p:grpSpPr>
          <a:xfrm>
            <a:off x="1607593" y="4823961"/>
            <a:ext cx="711000" cy="165600"/>
            <a:chOff x="1607593" y="4823961"/>
            <a:chExt cx="711000" cy="165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C61C945-3D9D-4652-B40D-00D083C57235}"/>
                    </a:ext>
                  </a:extLst>
                </p14:cNvPr>
                <p14:cNvContentPartPr/>
                <p14:nvPr/>
              </p14:nvContentPartPr>
              <p14:xfrm>
                <a:off x="1738993" y="4939020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C61C945-3D9D-4652-B40D-00D083C5723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75993" y="4561380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BE393D-5F6D-1EB7-55A4-9E33734BAE08}"/>
                    </a:ext>
                  </a:extLst>
                </p14:cNvPr>
                <p14:cNvContentPartPr/>
                <p14:nvPr/>
              </p14:nvContentPartPr>
              <p14:xfrm>
                <a:off x="1607593" y="4823961"/>
                <a:ext cx="492120" cy="156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BE393D-5F6D-1EB7-55A4-9E33734BAE0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44953" y="4445961"/>
                  <a:ext cx="61776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D60A2CD-C8DB-B09E-1C00-A2CA14BD9E7F}"/>
                    </a:ext>
                  </a:extLst>
                </p14:cNvPr>
                <p14:cNvContentPartPr/>
                <p14:nvPr/>
              </p14:nvContentPartPr>
              <p14:xfrm>
                <a:off x="1705873" y="492296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D60A2CD-C8DB-B09E-1C00-A2CA14BD9E7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3233" y="454496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7BD8623-7966-EF42-F685-30CF65273648}"/>
                    </a:ext>
                  </a:extLst>
                </p14:cNvPr>
                <p14:cNvContentPartPr/>
                <p14:nvPr/>
              </p14:nvContentPartPr>
              <p14:xfrm>
                <a:off x="1705873" y="4922961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7BD8623-7966-EF42-F685-30CF652736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3233" y="454496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EEC1824-7460-AA48-BB4A-6A1B521647E9}"/>
                    </a:ext>
                  </a:extLst>
                </p14:cNvPr>
                <p14:cNvContentPartPr/>
                <p14:nvPr/>
              </p14:nvContentPartPr>
              <p14:xfrm>
                <a:off x="1705873" y="4922961"/>
                <a:ext cx="608040" cy="6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EEC1824-7460-AA48-BB4A-6A1B521647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3233" y="4544961"/>
                  <a:ext cx="73368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E00706-2475-056D-6245-92D008EC1FC9}"/>
                    </a:ext>
                  </a:extLst>
                </p14:cNvPr>
                <p14:cNvContentPartPr/>
                <p14:nvPr/>
              </p14:nvContentPartPr>
              <p14:xfrm>
                <a:off x="2318233" y="4979841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E00706-2475-056D-6245-92D008EC1F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5593" y="460220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A3533F-0358-8285-AB97-0690F6868323}"/>
                    </a:ext>
                  </a:extLst>
                </p14:cNvPr>
                <p14:cNvContentPartPr/>
                <p14:nvPr/>
              </p14:nvContentPartPr>
              <p14:xfrm>
                <a:off x="2318233" y="4979841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A3533F-0358-8285-AB97-0690F686832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5593" y="460220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1F9150-503B-095C-2FDE-F7B337735349}"/>
                    </a:ext>
                  </a:extLst>
                </p14:cNvPr>
                <p14:cNvContentPartPr/>
                <p14:nvPr/>
              </p14:nvContentPartPr>
              <p14:xfrm>
                <a:off x="2318233" y="4979841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1F9150-503B-095C-2FDE-F7B3377353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5593" y="460220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3B1FC53-2A2E-7436-F927-471590E24232}"/>
                  </a:ext>
                </a:extLst>
              </p14:cNvPr>
              <p14:cNvContentPartPr/>
              <p14:nvPr/>
            </p14:nvContentPartPr>
            <p14:xfrm>
              <a:off x="1701913" y="4857081"/>
              <a:ext cx="835920" cy="124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3B1FC53-2A2E-7436-F927-471590E2423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95793" y="4850961"/>
                <a:ext cx="84816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CF6393D-04D9-3C1F-EC26-2CF05389B5D8}"/>
              </a:ext>
            </a:extLst>
          </p:cNvPr>
          <p:cNvGrpSpPr/>
          <p:nvPr/>
        </p:nvGrpSpPr>
        <p:grpSpPr>
          <a:xfrm>
            <a:off x="1520833" y="4824321"/>
            <a:ext cx="3449880" cy="196200"/>
            <a:chOff x="1520833" y="4824321"/>
            <a:chExt cx="344988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0E0416-6086-2559-17BE-E7B954826485}"/>
                    </a:ext>
                  </a:extLst>
                </p14:cNvPr>
                <p14:cNvContentPartPr/>
                <p14:nvPr/>
              </p14:nvContentPartPr>
              <p14:xfrm>
                <a:off x="1520833" y="4824321"/>
                <a:ext cx="3449880" cy="196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0E0416-6086-2559-17BE-E7B9548264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58193" y="4761681"/>
                  <a:ext cx="35755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E1FCE8-2B59-2919-1704-E20898BD44FC}"/>
                    </a:ext>
                  </a:extLst>
                </p14:cNvPr>
                <p14:cNvContentPartPr/>
                <p14:nvPr/>
              </p14:nvContentPartPr>
              <p14:xfrm>
                <a:off x="2694073" y="4874001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E1FCE8-2B59-2919-1704-E20898BD44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31433" y="481100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37079" y="193288"/>
            <a:ext cx="6618424" cy="90696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Radio Canada Big"/>
                <a:cs typeface="Times New Roman" panose="02020603050405020304" pitchFamily="18" charset="0"/>
              </a:rPr>
              <a:t>Microcontroller AT89C51</a:t>
            </a:r>
            <a:endParaRPr lang="fr-FR" sz="3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E91B6D-6FD1-41F3-05B7-169B1A5E81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7078" y="1323279"/>
            <a:ext cx="3138488" cy="2869580"/>
          </a:xfrm>
          <a:effectLst>
            <a:softEdge rad="635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7D74-7EEF-B1AB-7F18-F0A7F2417DA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002088" y="2120782"/>
            <a:ext cx="313848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The AT89C51 is an 8-bit microcontroller with</a:t>
            </a:r>
            <a:r>
              <a:rPr lang="en-US" altLang="en-US" sz="1600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4KB Flash and 128B RAM. It's reliable and versatile, ideal for control tasks in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Speedtrack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408879" y="1271239"/>
            <a:ext cx="3442009" cy="3256156"/>
          </a:xfrm>
          <a:prstGeom prst="rect">
            <a:avLst/>
          </a:prstGeom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 idx="4294967295"/>
          </p:nvPr>
        </p:nvSpPr>
        <p:spPr>
          <a:xfrm>
            <a:off x="0" y="52040"/>
            <a:ext cx="5029200" cy="86553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Radio Canada Big"/>
                <a:cs typeface="Times New Roman" panose="02020603050405020304" pitchFamily="18" charset="0"/>
              </a:rPr>
              <a:t>LCD Display (LM016L) </a:t>
            </a:r>
            <a:endParaRPr lang="fr-FR" sz="32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idx="4294967295"/>
          </p:nvPr>
        </p:nvSpPr>
        <p:spPr>
          <a:xfrm>
            <a:off x="4103649" y="966440"/>
            <a:ext cx="3442009" cy="27134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dirty="0">
                <a:latin typeface="Baskerville Old Face" panose="02020602080505020303" pitchFamily="18" charset="0"/>
              </a:rPr>
              <a:t>The LM016L LCD is a character display used in the </a:t>
            </a:r>
            <a:r>
              <a:rPr lang="en-US" sz="1600" dirty="0" err="1">
                <a:latin typeface="Baskerville Old Face" panose="02020602080505020303" pitchFamily="18" charset="0"/>
              </a:rPr>
              <a:t>Speedtrack</a:t>
            </a:r>
            <a:r>
              <a:rPr lang="en-US" sz="1600" dirty="0">
                <a:latin typeface="Baskerville Old Face" panose="02020602080505020303" pitchFamily="18" charset="0"/>
              </a:rPr>
              <a:t> System for clear alphanumeric output. Its backlight and reliability improve user interaction and visibility.</a:t>
            </a:r>
            <a:endParaRPr lang="fr-FR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331F4-11D5-068A-5153-87200B62FAA7}"/>
              </a:ext>
            </a:extLst>
          </p:cNvPr>
          <p:cNvSpPr/>
          <p:nvPr/>
        </p:nvSpPr>
        <p:spPr>
          <a:xfrm>
            <a:off x="-111512" y="167011"/>
            <a:ext cx="433410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CB49A-652F-4CFF-FCF8-9DBC3C5551BF}"/>
              </a:ext>
            </a:extLst>
          </p:cNvPr>
          <p:cNvSpPr/>
          <p:nvPr/>
        </p:nvSpPr>
        <p:spPr>
          <a:xfrm>
            <a:off x="571499" y="3134596"/>
            <a:ext cx="1510394" cy="6858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 2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EFABAEA6-532A-1B84-CD5E-0C3D26894A81}"/>
              </a:ext>
            </a:extLst>
          </p:cNvPr>
          <p:cNvSpPr/>
          <p:nvPr/>
        </p:nvSpPr>
        <p:spPr>
          <a:xfrm>
            <a:off x="571499" y="1314121"/>
            <a:ext cx="1510394" cy="6126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 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1B7008-0A04-8313-2A6B-BB58DE61FE8F}"/>
              </a:ext>
            </a:extLst>
          </p:cNvPr>
          <p:cNvCxnSpPr>
            <a:cxnSpLocks/>
          </p:cNvCxnSpPr>
          <p:nvPr/>
        </p:nvCxnSpPr>
        <p:spPr>
          <a:xfrm>
            <a:off x="2081893" y="1581183"/>
            <a:ext cx="1880507" cy="26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F2DDAC1-847B-7838-BFA1-767842EBF539}"/>
              </a:ext>
            </a:extLst>
          </p:cNvPr>
          <p:cNvSpPr/>
          <p:nvPr/>
        </p:nvSpPr>
        <p:spPr>
          <a:xfrm>
            <a:off x="3962401" y="1177695"/>
            <a:ext cx="1374320" cy="14981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AT89C51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EA74EE3-E856-7556-6441-DD378D37ACBC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081893" y="1926769"/>
            <a:ext cx="1880507" cy="15507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2F152B2C-7C27-9490-3DAF-573A3E0060AF}"/>
              </a:ext>
            </a:extLst>
          </p:cNvPr>
          <p:cNvSpPr/>
          <p:nvPr/>
        </p:nvSpPr>
        <p:spPr>
          <a:xfrm>
            <a:off x="4101875" y="3399610"/>
            <a:ext cx="1374320" cy="9738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LED-RED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EE34725-B375-4CA4-FBAC-79E411C9A1A6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4789035" y="2675843"/>
            <a:ext cx="0" cy="723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56C6580-91D2-3AAF-DCD3-90A4CEAE9DBE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336721" y="1926769"/>
            <a:ext cx="8410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708E8B0-7616-3042-0E8C-FFB17278A705}"/>
              </a:ext>
            </a:extLst>
          </p:cNvPr>
          <p:cNvSpPr/>
          <p:nvPr/>
        </p:nvSpPr>
        <p:spPr>
          <a:xfrm>
            <a:off x="6177776" y="1501701"/>
            <a:ext cx="1039453" cy="8374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LCD</a:t>
            </a: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19B58A9B-1FA6-9729-9C8F-7E5B26041E6A}"/>
              </a:ext>
            </a:extLst>
          </p:cNvPr>
          <p:cNvSpPr/>
          <p:nvPr/>
        </p:nvSpPr>
        <p:spPr>
          <a:xfrm>
            <a:off x="571499" y="4114801"/>
            <a:ext cx="914400" cy="38927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TOGGLE</a:t>
            </a:r>
          </a:p>
        </p:txBody>
      </p:sp>
      <p:sp>
        <p:nvSpPr>
          <p:cNvPr id="54" name="Flowchart: Process 53">
            <a:extLst>
              <a:ext uri="{FF2B5EF4-FFF2-40B4-BE49-F238E27FC236}">
                <a16:creationId xmlns:a16="http://schemas.microsoft.com/office/drawing/2014/main" id="{AA7EE4EC-0A4F-5F18-9CDA-1352EA2BAE52}"/>
              </a:ext>
            </a:extLst>
          </p:cNvPr>
          <p:cNvSpPr/>
          <p:nvPr/>
        </p:nvSpPr>
        <p:spPr>
          <a:xfrm>
            <a:off x="604158" y="2339106"/>
            <a:ext cx="914400" cy="40062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TOGGLE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1B5A886-0CA7-04C0-B654-0CA97D870EC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326696" y="1926769"/>
            <a:ext cx="0" cy="4123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15901A4-E596-DE5E-5927-192B8647D42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326696" y="3820398"/>
            <a:ext cx="0" cy="2697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158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1"/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D43CEEB-9C53-772B-CE1D-97D0873B3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4" t="6586" r="3383" b="5290"/>
          <a:stretch>
            <a:fillRect/>
          </a:stretch>
        </p:blipFill>
        <p:spPr>
          <a:xfrm>
            <a:off x="698810" y="788020"/>
            <a:ext cx="7961970" cy="39847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7EBCB6-0C58-6E26-2739-460DA2558B2F}"/>
              </a:ext>
            </a:extLst>
          </p:cNvPr>
          <p:cNvSpPr/>
          <p:nvPr/>
        </p:nvSpPr>
        <p:spPr>
          <a:xfrm>
            <a:off x="52040" y="74942"/>
            <a:ext cx="469094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2"/>
          <p:cNvSpPr>
            <a:spLocks noGrp="1"/>
          </p:cNvSpPr>
          <p:nvPr>
            <p:ph type="subTitle" idx="4294967295"/>
          </p:nvPr>
        </p:nvSpPr>
        <p:spPr>
          <a:xfrm>
            <a:off x="250370" y="1717288"/>
            <a:ext cx="3344977" cy="22940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1. INITIALIZATION : 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     * Turn of the LED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     </a:t>
            </a:r>
            <a:r>
              <a:rPr lang="en-US" sz="1600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* Initialize the LED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2. Loop continuously :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spc="-1" dirty="0">
                <a:solidFill>
                  <a:srgbClr val="000000"/>
                </a:solidFill>
                <a:latin typeface="Baskerville Old Face" panose="02020602080505020303" pitchFamily="18" charset="0"/>
              </a:rPr>
              <a:t>  * Monitor IR sensors to detect when  a car enters the zone</a:t>
            </a:r>
            <a:endParaRPr lang="en-US" sz="1600" b="0" strike="noStrike" spc="-1" dirty="0">
              <a:solidFill>
                <a:srgbClr val="00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F5783-D4B2-C4AA-3BDC-CAE5DF30DAD9}"/>
              </a:ext>
            </a:extLst>
          </p:cNvPr>
          <p:cNvSpPr txBox="1"/>
          <p:nvPr/>
        </p:nvSpPr>
        <p:spPr>
          <a:xfrm>
            <a:off x="250370" y="299523"/>
            <a:ext cx="3949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LOGIC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62160-9BE1-BA66-628D-1A05F13A5A8E}"/>
              </a:ext>
            </a:extLst>
          </p:cNvPr>
          <p:cNvSpPr/>
          <p:nvPr/>
        </p:nvSpPr>
        <p:spPr>
          <a:xfrm>
            <a:off x="4309045" y="1800392"/>
            <a:ext cx="2479220" cy="2210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cross IR1 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if(IR1 == 1) 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while(IR2 == 0)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delay(100);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Time++;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6427-901F-690A-6B18-6F86B7B68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27000"/>
            <a:ext cx="8195733" cy="4639733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Speed check :</a:t>
            </a:r>
            <a:b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if(speed &gt;72) {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led = 1;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lcd_string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(“OVER SPEED”);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led = 0;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 {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lcd_string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(“NORMAL SPEED”)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SAME LOGIC IF IR2 TRIGGERED : 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else if (IR2 == 1) {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while(IR1 == 0) {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Delay(100);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Time++;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}</a:t>
            </a:r>
            <a:b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15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28C7-AA83-A712-4945-5CE23BEE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85" y="0"/>
            <a:ext cx="3285893" cy="685801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7EA674-B9F8-B4C6-166C-D187F8A71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4" t="5071" r="7951" b="5026"/>
          <a:stretch>
            <a:fillRect/>
          </a:stretch>
        </p:blipFill>
        <p:spPr>
          <a:xfrm>
            <a:off x="527825" y="854927"/>
            <a:ext cx="6638692" cy="35906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12876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81AA-81B6-5F92-D33D-CBB7A46CB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868" y="2997200"/>
            <a:ext cx="6447501" cy="99060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DBAF91-58F4-FD3B-0F4B-7F8171074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2" t="7103" r="2767" b="3942"/>
          <a:stretch>
            <a:fillRect/>
          </a:stretch>
        </p:blipFill>
        <p:spPr>
          <a:xfrm>
            <a:off x="312235" y="423746"/>
            <a:ext cx="6765072" cy="4096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463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4583D0-3FD5-EE17-7393-19FFBC2FB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5" t="634" r="4333" b="2263"/>
          <a:stretch>
            <a:fillRect/>
          </a:stretch>
        </p:blipFill>
        <p:spPr>
          <a:xfrm>
            <a:off x="371707" y="267629"/>
            <a:ext cx="6266986" cy="45496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64472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7DFBD5-EB51-A0CD-EDAD-7F9AB4A95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8" t="13596" r="14729" b="8640"/>
          <a:stretch>
            <a:fillRect/>
          </a:stretch>
        </p:blipFill>
        <p:spPr>
          <a:xfrm>
            <a:off x="706245" y="170986"/>
            <a:ext cx="6319024" cy="46909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6455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79E3-CA9A-F066-62E0-607CED33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2" y="177799"/>
            <a:ext cx="6581696" cy="75890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Speed Track System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26589-73BA-11FA-E954-494E9F5296A3}"/>
              </a:ext>
            </a:extLst>
          </p:cNvPr>
          <p:cNvSpPr txBox="1"/>
          <p:nvPr/>
        </p:nvSpPr>
        <p:spPr>
          <a:xfrm>
            <a:off x="237068" y="1540933"/>
            <a:ext cx="689227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Speed Measurement: Provides precise  speed data.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Real-time Monitoring: Enables immediate feedback and action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Reliability: 8051 microcontroller ensures stable performance.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Cost-Effective: Relatively low-cost solution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52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90C98D-1C94-BB76-D24E-1FFB8DBCD1D0}"/>
              </a:ext>
            </a:extLst>
          </p:cNvPr>
          <p:cNvSpPr txBox="1"/>
          <p:nvPr/>
        </p:nvSpPr>
        <p:spPr>
          <a:xfrm>
            <a:off x="141249" y="74341"/>
            <a:ext cx="3144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7414B28-B9F3-FF38-CE3E-D1A429B4CC4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566737" y="1899326"/>
            <a:ext cx="4949399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In conclusion,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Speedtrack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 System uses key parts like the AT89C51 microcontroller, LM016L LCD, IR sensors, and logic toggles. Each part helps the system work smoothly and adjust to different needs. Knowing how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these parts work helps get the best use out of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31A17E-7E38-7BC2-E415-18EF70C69396}"/>
              </a:ext>
            </a:extLst>
          </p:cNvPr>
          <p:cNvSpPr txBox="1"/>
          <p:nvPr/>
        </p:nvSpPr>
        <p:spPr>
          <a:xfrm>
            <a:off x="587298" y="2185639"/>
            <a:ext cx="6542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142144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</TotalTime>
  <Words>432</Words>
  <Application>Microsoft Office PowerPoint</Application>
  <PresentationFormat>On-screen Show (16:9)</PresentationFormat>
  <Paragraphs>66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Baskerville Old Face</vt:lpstr>
      <vt:lpstr>Calibri</vt:lpstr>
      <vt:lpstr>OpenSymbol</vt:lpstr>
      <vt:lpstr>Radio Canada Big</vt:lpstr>
      <vt:lpstr>Times New Roman</vt:lpstr>
      <vt:lpstr>Trebuchet MS</vt:lpstr>
      <vt:lpstr>Wingdings 3</vt:lpstr>
      <vt:lpstr>Facet</vt:lpstr>
      <vt:lpstr>  Speedtrack System</vt:lpstr>
      <vt:lpstr>INTRODUCTION</vt:lpstr>
      <vt:lpstr>System components</vt:lpstr>
      <vt:lpstr>IR Obstacle Sensor </vt:lpstr>
      <vt:lpstr>Microcontroller AT89C51</vt:lpstr>
      <vt:lpstr>LCD Display (LM016L) </vt:lpstr>
      <vt:lpstr>PowerPoint Presentation</vt:lpstr>
      <vt:lpstr>PowerPoint Presentation</vt:lpstr>
      <vt:lpstr>PowerPoint Presentation</vt:lpstr>
      <vt:lpstr>  Speed check :  if(speed &gt;72) {    led = 1;    lcd_string(“OVER SPEED”);    led = 0;          }     else {    lcd_string(“NORMAL SPEED”) }                                                      SAME LOGIC IF IR2 TRIGGERED :                                                                    else if (IR2 == 1) {                                                                    while(IR1 == 0) {                                                                          Delay(100);                                                                                Time++;                                                                                  }                                                                                  }    </vt:lpstr>
      <vt:lpstr>OUTPUTS</vt:lpstr>
      <vt:lpstr>PowerPoint Presentation</vt:lpstr>
      <vt:lpstr>PowerPoint Presentation</vt:lpstr>
      <vt:lpstr>PowerPoint Presentation</vt:lpstr>
      <vt:lpstr>Advantages of Speed Track System 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ASMA S</cp:lastModifiedBy>
  <cp:revision>1</cp:revision>
  <dcterms:modified xsi:type="dcterms:W3CDTF">2025-06-30T13:06:23Z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2025-06-23T07:41:55Z</dcterms:created>
  <dc:creator>Unknown Creator</dc:creator>
  <dc:description/>
  <dc:language>en-US</dc:language>
  <cp:lastModifiedBy>Unknown Creator</cp:lastModifiedBy>
  <dcterms:modified xsi:type="dcterms:W3CDTF">2025-06-23T07:41:55Z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